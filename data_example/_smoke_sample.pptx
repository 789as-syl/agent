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回归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" y="150"/>
            <a:ext cx="400" cy="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这是一个有效的 PPTX smoke 样本。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" y="300"/>
          <a:ext cx="400" cy="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"/>
                <a:gridCol w="200"/>
              </a:tblGrid>
              <a:tr h="66">
                <a:tc>
                  <a:txBody>
                    <a:bodyPr/>
                    <a:lstStyle/>
                    <a:p>
                      <a:r>
                        <a:t>列1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列2</a:t>
                      </a:r>
                    </a:p>
                  </a:txBody>
                  <a:tcPr/>
                </a:tc>
              </a:tr>
              <a:tr h="66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68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